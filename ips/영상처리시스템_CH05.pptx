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두기.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행렬이 '규칙적으로 늘어놓은 수'라는 장 도입(벌집 이야기)으로 시작하고, 중간고사 예제가 이 장에 있다는 것부터 알려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여섯 절의 함수 이름만 한 번 소리 내어 읽고, 5.3절(산술·비트 연산)에 시험이 몰려 있다고 짚어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flipCode 0과 1이 헷갈리면 '0은 x축을 접는 선으로 삼는다'고 손으로 접어 보이기.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파일은 flip_test.png를 읽는다(교재는 jpg). 창 여섯 개를 띄워 놓고 0 · 1 · -1이 각각 어느 창인지 맞혀 보게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 10 · 20 · 30이 각각 어느 판으로 내려가는지 손가락으로 짚으며 설명하기.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코드는 짧다. 출력 결과(다음 장)를 먼저 예상해 보게 하고 넘어가기.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(3, 2, 4)와 (2, 4, 3)의 3이 각각 어디에 있는지 칠판에 동그라미로 표시하기.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 결과는 'bgr 자료형: &lt;class 'list'&gt; &lt;class 'numpy.ndarray'&gt; &lt;class 'numpy.uint8'&gt;', 'bgr 원소개수: 3'(교재). 파란 부분은 Blue 채널에서, 빨간 부분은 Red 채널에서 밝게 보인다는 것을 그림으로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스칼라는 교재에서 '하나의 수치로 대표되는 상수'라는 뜻이라고 덧붙이기.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m_div1이 왜 전부 0인지 먼저 묻고, astype()과 np.float32() 두 가지 형변환 방법을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다 외우기보다 '크기는 magnitude, 각도는 phase, 둘 다 한 번에는 cartToPolar'로 묶어 기억하게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9~14행은 v_exp · m_exp · v_log · m_sqrt · m_pow로 만들고 23~31행은 v1_exp · log · sqrt · pow를 써서 그대로는 NameError가 난다. 이름을 출력부에 맞췄고, 10행 주석 '행벡터(1×3)'와 11행 '열벡터(3×1)'가 뒤바뀐 것도 바로잡았다는 것을 알려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실행해 보니 값은 교재와 같고 v1_exp 모양만 (3,)으로 다르다. [log]도 그래서 대괄호가 한 겹으로 찍힌다는 것을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polarToCart로 되돌린 값이 1.0000718처럼 원래 값과 아주 조금 어긋나는 근삿값이라는 것을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진리표를 255와 0으로 바꿔 놓은 것이 이 표다. 다음 장 예제의 결과 영상을 미리 상상하게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줄씩 가려 두고 학생이 다음 줄을 말하게 하기. 세미콜론(;)으로 imshow 두 개를 한 줄에 쓴 것도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 네 장만 띄워 놓고 어느 함수인지 맞히게 한 뒤, 빈 종이에 코드 전체를 써 보게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로고는 검은 바탕이라 고리와 글자만 전경이 된다. 실습 로고는 흰 바탕이라 결과가 다르게 나온다는 것을 비교하기.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흐름을 '이진화 → OR → NOT → AND(mask) → add → 되돌려 넣기' 여섯 단계로 칠판에 적기. 실습 파일은 bit-test.png(하이픈)와 waitkey(소문자 k) 때문에 그대로는 안 돌아가니 두 곳을 고쳐 돌리기.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동영상 프레임끼리 빼는 '차분 연산'이 왜 필요한지(움직임 찾기)로 도입하기.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-6이 6, 15가 15가 되는 것처럼 한 칸씩 따라가며 세 행렬을 비교하기.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data가 정수 리스트라 m1도 정수형이다. 그래서 스칼라 30도 정수로 맞춰 넘긴다는 교재 설명을 덧붙이기.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200과 2에 동그라미를 치고 행 · 열 번호를 0부터 세어 좌표와 비교하게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가운데 값 60이 128이 되는 계산 (60 − 13) × 255 / 94를 같이 해 보기. 반환값 중 쓰지 않는 좌표는 언더바(_)로 버린다는 것도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튜플로 오는 함수(sumElems · mean)와 ndarray로 오는 함수(meanStdDev)를 표의 마지막 열로 구분하게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mean_value2와 mean2가 같은 영역을 두 함수로 계산한 것임을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줄씩 짚으며 '전체 영역 / 관심 영역', '튜플 / ndarray'를 구분해 읽어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dim=0은 '세로로 눌러 한 행', dim=1은 '가로로 눌러 한 열'이라고 손으로 눌러 보이기. 교재 결과의 m을 그대로 넣어 돌리면 같은 값이 나오니 검산용으로 써 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방향 상수와 순서 상수를 +로 더해 쓴다는 것, 넘파이는 [:, ::-1]로 뒤집어 내림차순을 만든다는 것을 비교하기. 교재 결과의 m을 그대로 넣어 돌려 보면 여섯 결과가 교재와 같게 나오니 함께 확인하기.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m_sort1 첫 행 [1 0 2 4 3]을 '가장 작은 14는 1번 자리에 있었다'처럼 읽어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rands[:, 2:-1]이 2 · 3열이라는 것(마지막 열은 빠진다)을 슬라이스 규칙으로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줄 모두 가로 × 세로 = 넓이인지 검산해 보면 맞는다. 위 표와 아래 표에서 같은 사각형을 찾아 줄을 이어 보게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dst = alpha · src1 · src2 + beta · src3 꼴이고 src3 자리의 None은 더할 행렬이 없다는 뜻. dst1 = src1ᵀ · src2(3×3), dst2 = src1 · src2ᵀ(2×2), dst3 = src1 · src3(2×2)을 손으로 한 칸씩 계산해 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회전 행렬 [[cos, −sin], [sin, cos]]을 적고, y축이 아래로 커지기 때문에 교재가 '반시계방향으로 회전한다'고 설명한다는 것을 그림으로 보여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방법(dot · gemm · solve)의 해가 같고 solve만 끝자리가 조금 다르다는 것을 짚기. 직접 실행해 보니 OpenCV 5.0에서는 m2를 열벡터로 바꿔야 dst2 · dst3 줄이 돌아가니 실습 때 미리 알려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 열만 보여 주고 오른쪽을 가린 채 퀴즈처럼 하나씩 묻기.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장(화소 처리)에서 오늘 배운 add · subtract · threshold가 그대로 쓰인다고 연결해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연습문제 6의 두 코드는 직접 돌려 확인했다 — 리스트끼리 빼면 TypeError, 2채널을 셋으로 나누면 ValueError. 학생에게 먼저 어떤 오류일지 예상하게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영상처리시스템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lang="ko-KR" altLang="en-US">
                <a:solidFill>
                  <a:srgbClr val="C9D4E2"/>
                </a:solidFill>
                <a:latin typeface="페이퍼로지 6 SemiBold"/>
                <a:ea typeface="페이퍼로지 6 SemiBold"/>
                <a:cs typeface="페이퍼로지 6 SemiBold"/>
              </a:rPr>
              <a:t>CHAPTER 05  ·  기본 배열 연산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2A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정성환·배종욱, 『OpenCV-Python으로 배우는 영상 처리 및 응용』 (생능출판사)</a:t>
            </a:r>
          </a:p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A8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A8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A8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</a:t>
            </a:r>
            <a:r>
              <a:rPr sz="21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직접 제작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하는 것을 원칙으로 하고, 교재 그림을 그대로 쓴 경우에는 캡션에 인용임을 밝혔다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정성환·배종욱, 『OpenCV-Python으로 배우는 영상 처리 및 응용』, 생능출판사  ·  담당 교수님 수업 자료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 lang="ko-KR" altLang="en-US">
                <a:solidFill>
                  <a:srgbClr val="2E5A75"/>
                </a:solidFill>
                <a:latin typeface="페이퍼로지 8 ExtraBold"/>
                <a:ea typeface="페이퍼로지 8 ExtraBold"/>
                <a:cs typeface="페이퍼로지 8 ExtraBold"/>
              </a:rPr>
              <a:t>CH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기본 배열 연산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Operations on Arrays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뒤집기 · 반복 · 전치   ·   채널 합성과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사칙 · 지수 · 비트 연산   ·   절댓값 · 최솟값 · 최댓값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합 · 평균 · 정렬 · 축소   ·   행렬곱 · 회전 · 연립방정식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A8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60866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채널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합치고 나누며 컬러 영상이 B · G · R 세 판이라는 것을 숫자로 확인한다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3585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A8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6157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24974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원소끼리 계산하는 함수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의 인수와 반환 모양을 외운다 — 범위를 넘으면 잘린다(saturate)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29996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A8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2568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089082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결과 영상이나 실행 결과를 보고 </a:t>
            </a:r>
            <a:r>
              <a:rPr sz="29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어떤 함수인지, 어떤 코드인지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거꾸로 쓸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452110"/>
            <a:ext cx="7936992" cy="324040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564756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용어 약속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6275070"/>
            <a:ext cx="7205472" cy="229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1차원 데이터는 </a:t>
            </a:r>
            <a:r>
              <a:rPr sz="22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벡터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2차원 데이터는 </a:t>
            </a:r>
            <a:r>
              <a:rPr sz="22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행렬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둘을 함께 부르면 </a:t>
            </a:r>
            <a:r>
              <a:rPr sz="22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배열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이다. 1행짜리 행렬은 행벡터(1, N), 1열짜리 행렬은 열벡터(N, 1)다. OpenCV 함수는 모두 넘파이 ndarray를 주고받는다.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5452110"/>
            <a:ext cx="7936992" cy="324040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729216" y="5626989"/>
            <a:ext cx="713232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중간고사 출제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6" y="6089904"/>
            <a:ext cx="7132320" cy="24585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실습 파일 07.bitwise_op(mid-test).py 첫 줄에 '입력 2개와 출력 이미지 4개를 주고, 코드를 직접 적으시오'라고 적혀 있다. </a:t>
            </a:r>
            <a:r>
              <a:rPr sz="24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예제 5.3.4는 통째로 손으로 쓸 수 있어야 한다.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p.161 · 강의 슬라이드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목차 — 여섯 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313383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6327" y="2571750"/>
            <a:ext cx="443301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다루는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8250" y="2571750"/>
            <a:ext cx="540739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핵심 함수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34558" y="2571750"/>
            <a:ext cx="150985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교재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065526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3065526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5.1 기본 배열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2903" y="3065526"/>
            <a:ext cx="435985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뒤집기 · 반복 · 전치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4826" y="3065526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flip · repeat · transpose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71134" y="3065526"/>
            <a:ext cx="143670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p.161~164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26764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5.2 채널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903" y="3826764"/>
            <a:ext cx="435985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채널 합성과 분리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4826" y="3826764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merge ·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71134" y="3826764"/>
            <a:ext cx="143670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p.164~169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588002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4588002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5.3 산술 연산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2903" y="4588002"/>
            <a:ext cx="435985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사칙 · 지수 · 크기 · 비트 연산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4826" y="4588002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add · divide · exp · magnitude · bitwise_*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71134" y="4588002"/>
            <a:ext cx="143670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p.170~183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349240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5.4 절댓값 연산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2903" y="5349240"/>
            <a:ext cx="435985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차분 절댓값 · 최솟값과 최댓값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4826" y="5349240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absdiff · min · max · minMaxLoc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71134" y="5349240"/>
            <a:ext cx="143670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p.183~190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6110478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6110478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5.5 통계 함수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2903" y="6110478"/>
            <a:ext cx="435985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합 · 평균 · 정렬 · 축소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4826" y="6110478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sumElems · mean · sort · sortIdx · reduce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71134" y="6110478"/>
            <a:ext cx="143670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p.190~200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6871716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5.6 행렬 연산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2903" y="6871716"/>
            <a:ext cx="435985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행렬곱 · 회전 · 역행렬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4826" y="6871716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gemm · invert · solve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71134" y="6871716"/>
            <a:ext cx="143670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p.201~207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7766685"/>
            <a:ext cx="16239744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15개와 심화예제 4개 — 새 알고리즘보다 </a:t>
            </a:r>
            <a:r>
              <a:rPr sz="26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함수 이름 · 인수 · 실행 결과</a:t>
            </a: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를 익히는 장이다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p.161 장 목차 · 강의 슬라이드 2 · 단원 요약 p.208~209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5.1 뒤집고, 반복하고, 전치하기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43891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1616" y="2571750"/>
            <a:ext cx="479145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65526"/>
            <a:ext cx="10058400" cy="72009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65526"/>
            <a:ext cx="431596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cv2.flip(src, flipCode[, dst])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3065526"/>
            <a:ext cx="4718304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2차원 배열을 수직 · 수평 · 양축으로 뒤집는다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85616"/>
            <a:ext cx="431596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cv2.repeat(src, ny, nx[, dst])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3785616"/>
            <a:ext cx="4718304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세로로 ny번, 가로로 nx번 반복해 채운다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505706"/>
            <a:ext cx="10058400" cy="72009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505706"/>
            <a:ext cx="431596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cv2.transpose(src[, dst])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4505706"/>
            <a:ext cx="4718304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전치 — 행과 열을 맞바꾼다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5657850"/>
            <a:ext cx="1005840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43584" y="5657850"/>
            <a:ext cx="157276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flipCode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5657850"/>
            <a:ext cx="277977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기준 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5657850"/>
            <a:ext cx="43891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결과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131052"/>
            <a:ext cx="10058400" cy="63779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80160" y="6131052"/>
            <a:ext cx="1499616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6131052"/>
            <a:ext cx="270662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x축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6131052"/>
            <a:ext cx="431596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위아래로 뒤집기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6768846"/>
            <a:ext cx="1499616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6768846"/>
            <a:ext cx="270662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y축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6768846"/>
            <a:ext cx="431596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좌우로 뒤집기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7406640"/>
            <a:ext cx="10058400" cy="63779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80160" y="7406640"/>
            <a:ext cx="1499616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7406640"/>
            <a:ext cx="270662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x축 · y축 모두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7406640"/>
            <a:ext cx="431596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상하좌우 모두 뒤집기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48288" y="2571750"/>
            <a:ext cx="5815584" cy="27774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1814048" y="2767203"/>
            <a:ext cx="50840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왜 뒤집나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14048" y="3394710"/>
            <a:ext cx="5084064" cy="18310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카메라는 사용자를 마주 보므로 화면 속 얼굴은 </a:t>
            </a:r>
            <a:r>
              <a:rPr sz="21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좌우가 바뀌어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보인다. flip(image, 1) 한 줄이면 거울처럼 바로잡힌다.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48288" y="5606415"/>
            <a:ext cx="5815584" cy="308610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1814048" y="5801868"/>
            <a:ext cx="50840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교수님 추가 — 이어 붙이기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14048" y="6429375"/>
            <a:ext cx="5084064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cv2.hconcat([A, B]) · np.hstack([A, B])는 </a:t>
            </a:r>
            <a:r>
              <a:rPr sz="20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가로로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cv2.vconcat([A, B]) · np.vstack([A, B])는 </a:t>
            </a:r>
            <a:r>
              <a:rPr sz="20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세로로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붙인다.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이어 붙이기 네 함수는 예제는 없지만 강의 슬라이드에 따로 덧붙였다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p.161~162 · 강의 슬라이드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5.1.1 — 한 영상으로 여섯 창 띄우기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5.1.1 — 01.mat_array.py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cv2.imread("images/flip_test.jpg", cv2.IMREAD_COLOR)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 발생")  # 예외 처리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x_axis = cv2.flip(image, 0)               # x축 기준 상하 뒤집기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y_axis = cv2.flip(image, 1)               # y축 기준 좌우 뒤집기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xy_axis = cv2.flip(image, -1)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rep_image = cv2.repeat(image, 1, 2)       # 반복 복사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trans_image = cv2.transpose(image)        # 행렬 전치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각 행렬을 영상으로 표시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titles = ['image', 'x_axis', 'y_axis', 'xy_axis', 'rep_image', 'trans_image']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title in titles: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cv2.imshow(title, eval(title))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99648" y="2571750"/>
            <a:ext cx="6364224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5_fl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9926" y="2664333"/>
            <a:ext cx="4543667" cy="347700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899648" y="6233922"/>
            <a:ext cx="636422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155680" y="6233922"/>
            <a:ext cx="585215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flip_test.png와 같은 크기의 직접 그린 그림으로 실행한 결과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9648" y="6892290"/>
            <a:ext cx="6364224" cy="180022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265408" y="708774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eval(title)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65408" y="7715250"/>
            <a:ext cx="5632704" cy="853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문자열 'x_axis'를 같은 이름의 변수로 바꿔 준다. 반복문 하나로 창 여섯 개를 띄우는 비결이다.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rep_image는 가로가 2배(628×860), trans_image는 가로 · 세로가 바뀐다(430×628)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p.162~164 · 강의 슬라이드 5~6 · 실습 01.mat_array.py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5.2 채널 — 컬러 영상은 2차원 판 세 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6720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채널(channel)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94710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컬러 영상은 파랑(B) · 초록(G) · 빨강(R) 세 장의 2차원 정보를 겹친 것이다. 넘파이 배열에서는 </a:t>
            </a:r>
            <a:r>
              <a:rPr sz="21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연달아 놓인 원소 3개가 화소 하나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이고, 화소 단위(pixel-wise)로 순회한다.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732020"/>
            <a:ext cx="8046720" cy="267462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4732020"/>
            <a:ext cx="91440" cy="267462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4834890"/>
            <a:ext cx="73152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그림 5.2.1의 3채널 배열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5184648"/>
            <a:ext cx="7242048" cy="20985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[[[10 20 30] [10 20 30] [10 20 30] [10 20 30]]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[[10 20 30] [10 20 30] [10 20 30] [10 20 30]]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[[10 20 30] [10 20 30] [10 20 30] [10 20 30]]]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첫째 값 → Blue 채널  (3×4 전부 10)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둘째 값 → Green 채널 (3×4 전부 20)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셋째 값 → Red 채널   (3×4 전부 30)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7612380"/>
            <a:ext cx="8046720" cy="108013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7756398"/>
            <a:ext cx="7315200" cy="3672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영상의 표현 w × h ×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8195652"/>
            <a:ext cx="7315200" cy="373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가로 w, 세로 h, 채널 수 c. 컬러는 c = 3, 명암도는 c = 1이다.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4732020"/>
            <a:ext cx="782726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56064" y="4732020"/>
            <a:ext cx="284853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함수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43514" y="4732020"/>
            <a:ext cx="410090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하는 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36608" y="5205222"/>
            <a:ext cx="7827264" cy="78181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0" y="5205222"/>
            <a:ext cx="277538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cv2.merge(mv[, dst])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0090" y="5205222"/>
            <a:ext cx="4027749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단일채널 여러 개 → 다채널 하나. 크기와 깊이가 같아야 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5987034"/>
            <a:ext cx="277538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cv2.split(m[, mv])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0090" y="5987034"/>
            <a:ext cx="4027749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다채널 하나 → 단일채널 여러 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36608" y="6943725"/>
            <a:ext cx="7827264" cy="174879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802368" y="7139178"/>
            <a:ext cx="709574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채널 순서는 B · G · 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7766685"/>
            <a:ext cx="7095744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첨자 0이 Blue, 1이 Green, 2가 Red다. 단일채널은 imshow에서 명암도로 보인다.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p.164~165 그림 5.2.1 · 강의 슬라이드 7~8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5.2.1 — 단일채널 셋을 합치고 다시 나누기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02.mat_channel.py (1) 만들고 · 합치고 · 나누기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607808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numpy.ndarray를 이용해 행렬 생성 및 초기화 방법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ch0 = np.zeros((2, 4), np.uint8) + 10  # 0 원소 행렬 선언 후 10 더하기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ch1 = np.ones((2, 4), np.uint8) * 20   # 1 원소 행렬 선언 후 20 곱하기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ch2 = np.full((2, 4), 30, np.uint8)    # 행렬을 생성하며 30으로 초기화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list_bgr = [ch0, ch1, ch2]             # 단일채널 행렬들을 모아 리스트 구성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merge_bgr = cv2.merge(list_bgr)        # 채널 합성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split_bgr = cv2.split(merge_bgr)       # 채널 분리: 컬러 영상 → 3채널 분리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943725"/>
            <a:ext cx="8412480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7139178"/>
            <a:ext cx="768096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행렬을 만드는 세 가지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7766685"/>
            <a:ext cx="768096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zeros에 더하기, ones에 곱하기, full로 바로 채우기 — 연습문제 3번이 바로 이것이다.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2368" y="2571750"/>
            <a:ext cx="7461504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68128" y="2674620"/>
            <a:ext cx="67299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(2) 형태와 원소 출력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4" y="3168396"/>
            <a:ext cx="6656832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print("split_bgr 행렬 형태", np.array(split_bgr).shape)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print("merge_bgr 행렬 형태", merge_bgr.shape)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print("[ch0] = \n%s" % ch0)                    # 단일채널 원소 출력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print("[ch1] = \n%s" % ch1)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print("[ch2] = \n%s\n" % ch2)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print("[merge_bgr] = \n %s\n" % merge_bgr)     # 다채널 원소 출력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print("[split_bgr[0]] =\n%s " % split_bgr[0])  # 분리 채널 결과 출력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print("[split_bgr[1]] =\n%s " % split_bgr[1])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print("[split_bgr[2]] =\n%s " % split_bgr[2])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cv2.merge()에는 단일채널 행렬들을 담은 리스트를 넘긴다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p.166 · 강의 슬라이드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5.2.1 실행 결과 — 채널이 앞에 오나, 뒤에 오나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61207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612076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65836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(일부) — 직접 실행해 같은 값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6510528" cy="55446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split_bgr 행렬 형태 (3, 2, 4)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merge_bgr 행렬 형태 (2, 4, 3)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[ch0] =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[[10 10 10 10]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[10 10 10 10]]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[merge_bgr] =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[[[10 20 30]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[10 20 30]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[10 20 30]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[10 20 30]]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[[10 20 30]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[10 20 30]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[10 20 30]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[10 20 30]]]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5088" y="2571750"/>
            <a:ext cx="8558784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70848" y="2767203"/>
            <a:ext cx="78272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merge 결과 (2, 4, 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3394710"/>
            <a:ext cx="782726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행 · 열 · 채널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순서. 2행 4열짜리 판에 화소마다 [10 20 30] 세 값이 들어 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05088" y="4680585"/>
            <a:ext cx="8558784" cy="185166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70848" y="4876038"/>
            <a:ext cx="78272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split 결과 (3, 2, 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5503545"/>
            <a:ext cx="782726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채널 · 행 · 열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순서. 2행 4열 단일채널 행렬 3개를 담은 묶음이라 채널 수가 맨 앞에 온다.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6789420"/>
            <a:ext cx="8558784" cy="190309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7424" y="6964299"/>
            <a:ext cx="7754112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반환형은 버전마다 다르다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7427214"/>
            <a:ext cx="7754112" cy="11212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split 결과를 list로 찍었지만 지금 설치된 OpenCV 5.0에서는 tuple이 나온다. 시험에서 교재 기준을 물으면 list로 답한다.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merge 출력은 화소 단위로 B, G, R 값을 차례로 찍는다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p.167 · 강의 슬라이드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5.2.2 — 컬러 사진을 채널별로 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5.2.2 — 03.image_channels.py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cv2.imread("images/color.jpg", cv2.IMREAD_COLOR)    # 영상 읽기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오류")      # 예외 처리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image.ndim != 3: raise Exception("컬러 영상 아님")       # 예외 처리-컬러 영상 확인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bgr = cv2.split(image)                       # 채널 분리: 컬러 영상 → 3채널 분리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blue, green, red = cv2.split(image)        # 3개 변수로 반환받기 가능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print("bgr 자료형:", type(bgr), type(bgr[0]), type(bgr[0][0][0]) 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print("bgr 원소개수:", len(bgr))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각 채널을 윈도우에 띄우기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cv2.imshow("image", image)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cv2.imshow("Blue channel" , bgr[0])          # Blue 채널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cv2.imshow("Green channel", bgr[1])          # Green 채널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cv2.imshow("Red channel" , bgr[2])           # Red 채널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cv2.imshow("Blue channel" , image[:,:,0])  # 넘파이 객체 인덱싱 방식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cv2.imshow("Green channel", image[:,:,1])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cv2.imshow("Red channel" , image[:,:,2])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48288" y="2571750"/>
            <a:ext cx="5815584" cy="3086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5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2417" y="2664333"/>
            <a:ext cx="3587326" cy="244830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448288" y="5205222"/>
            <a:ext cx="581558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0" y="5205222"/>
            <a:ext cx="53035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color.png와 같은 크기의 직접 그린 색 막대로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48288" y="5863590"/>
            <a:ext cx="5815584" cy="282892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14048" y="6059043"/>
            <a:ext cx="50840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split 없이 꺼내기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4048" y="6686550"/>
            <a:ext cx="5084064" cy="1882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image[:, :, 0]이 Blue, [:, :, 1]이 Green, [:, :, 2]가 Red다. 교수님은 이 방식만 쓴 실습 파일(No split)을 따로 만들었다.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10행은 쉼표가 빠진 오타 — 쉼표를 넣어 실었다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p.168~169 · 강의 슬라이드 11~12 · 실습 02.image_channels.py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5.3 원소끼리 계산하고, 넘치면 자른다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246888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67203"/>
            <a:ext cx="65836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원소간(per-element) 연산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94710"/>
            <a:ext cx="6583680" cy="1522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두 배열에서 </a:t>
            </a:r>
            <a:r>
              <a:rPr sz="23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같은 자리의 원소끼리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계산해 결과의 같은 자리에 넣는다. 그림 5.3.1처럼 11 + 1 = 12, 33 + 9 = 42.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297805"/>
            <a:ext cx="7315200" cy="339471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426464" y="5472684"/>
            <a:ext cx="651052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saturate — 범위 밖은 잘린다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5935599"/>
            <a:ext cx="6510528" cy="2612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uint8에서는 0보다 작으면 0, 255보다 크면 255로 고정된다. 또 입력은 </a:t>
            </a:r>
            <a:r>
              <a:rPr sz="25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ndarray만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된다 — 리스트나 튜플은 넣을 수 없다.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2571750"/>
            <a:ext cx="837590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07424" y="2571750"/>
            <a:ext cx="458663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함수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2966" y="2571750"/>
            <a:ext cx="291144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계산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3044952"/>
            <a:ext cx="8375904" cy="88468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0" y="3044952"/>
            <a:ext cx="451347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cv2.add(src1, src2[, dst[, mask[, dtype]]])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69542" y="3044952"/>
            <a:ext cx="2838297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src1 + src2 (mask ≠ 0인 곳만)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929634"/>
            <a:ext cx="451347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cv2.subtract(src1, src2[, ...])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69542" y="3929634"/>
            <a:ext cx="2838297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src1 − src2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4814316"/>
            <a:ext cx="8375904" cy="88468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44000" y="4814316"/>
            <a:ext cx="451347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cv2.multiply(src1, src2[, dst[, scale]])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69542" y="4814316"/>
            <a:ext cx="2838297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scale · src1 · src2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698998"/>
            <a:ext cx="451347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cv2.divide(src1, src2[, dst[, scale]])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69542" y="5698998"/>
            <a:ext cx="2838297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scale · src1 / src2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6583680"/>
            <a:ext cx="8375904" cy="88468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0" y="6583680"/>
            <a:ext cx="451347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cv2.divide(scale, src2[, ...])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69542" y="6583680"/>
            <a:ext cx="2838297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scale / src2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7468362"/>
            <a:ext cx="451347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cv2.addWeighted(src1, alpha, src2, beta, gamma)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69542" y="7468362"/>
            <a:ext cx="2838297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src1·alpha + src2·beta + gamma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모든 결과는 saturate( ) 안에서 계산된다 · src1, src2 중 하나는 스칼라여도 된다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p.170~171 · 강의 슬라이드 13~14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5.3.1 — 마스크로 일부만 더하고, 형변환으로 소수 살리기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5.3.1 — 04.arithmethic_op.py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m1 = np.full((3, 6), 10, np.uint8)        # 단일채널 생성 및 초기화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m2 = np.full((3, 6), 50, np.uint8)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m_mask = np.zeros(m1.shape, np.uint8)     # 마스크 생성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m_mask[ :, 3: ] = 1                       # 관심 영역을 지정한 후, 1을 할당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m_add1 = cv2.add(m1, m2)                  # 행렬 덧셈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m_add2 = cv2.add(m1, m2, mask=m_mask)     # 관심 영역만 덧셈 수행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행렬 나눗셈 수행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m_div1 = cv2.divide(m1, m2)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m1 = m1.astype(np.float32)                # 소수 부분 보존위해 형변환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m2 = np.float32(m2)                       # 형변환 방법2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m_div2 = cv2.divide(m1, m2)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titles = ['m1', 'm2', 'm_mask', 'm_add1', 'm_add2', 'm_div1', 'm_div2']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title in titles: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print("[%s] = \n%s \n" % (title, eval(title)))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48288" y="2571750"/>
            <a:ext cx="5815584" cy="42176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448288" y="2571750"/>
            <a:ext cx="91440" cy="421767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14048" y="2674620"/>
            <a:ext cx="508406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(일부)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50624" y="3024378"/>
            <a:ext cx="5010912" cy="36415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[m_add2] =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[[ 0  0  0 60 60 60]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[ 0  0  0 60 60 60]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[ 0  0  0 60 60 60]]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[m_div1] =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[[0 0 0 0 0 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[0 0 0 0 0 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[0 0 0 0 0 0]]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[m_div2] =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[[0.2 0.2 0.2 0.2 0.2 0.2]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[0.2 0.2 0.2 0.2 0.2 0.2]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[0.2 0.2 0.2 0.2 0.2 0.2]]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48288" y="6995160"/>
            <a:ext cx="5815584" cy="169735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14048" y="7190613"/>
            <a:ext cx="50840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m1이 10.으로 찍히는 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4048" y="7818120"/>
            <a:ext cx="5084064" cy="7509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출력은 맨 끝에 하므로 m1, m2는 이미 float32로 바뀐 뒤다.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mask가 0인 자리는 계산하지 않고 0 · uint8 나눗셈 10/50은 0으로 소실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p.172~173 · 강의 슬라이드 15~16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5.3.2 지수 · 로그 · 제곱근, 그리고 크기와 각도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670657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9071" y="2571750"/>
            <a:ext cx="378342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1404" y="2571750"/>
            <a:ext cx="443301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덧붙임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44952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44952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cv2.exp(src[, dst])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5647" y="3044952"/>
            <a:ext cx="37102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e^src(i)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47980" y="3044952"/>
            <a:ext cx="43598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지수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21024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cv2.log(src[, dst])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5647" y="3621024"/>
            <a:ext cx="37102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log |src(i)|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47980" y="3621024"/>
            <a:ext cx="43598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절댓값의 자연로그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197096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197096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cv2.sqrt(src[, dst])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5647" y="4197096"/>
            <a:ext cx="37102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√src(i)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47980" y="4197096"/>
            <a:ext cx="43598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제곱근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773168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cv2.pow(src, power[, dst])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5647" y="4773168"/>
            <a:ext cx="37102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src(i)^power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47980" y="4773168"/>
            <a:ext cx="43598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정수가 아니면 |src(i)|^power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349240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5349240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cv2.magnitude(x, y[, magnitude])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5647" y="5349240"/>
            <a:ext cx="37102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√(x(i)² + y(i)²)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47980" y="5349240"/>
            <a:ext cx="43598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벡터의 크기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925312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cv2.phase(x, y[, angle[, angleInDegrees]])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5647" y="5925312"/>
            <a:ext cx="37102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atan2(y(i), x(i))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47980" y="5925312"/>
            <a:ext cx="43598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True면 도, False면 라디안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6501384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80160" y="6501384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cv2.cartToPolar(x, y[, ...])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5647" y="6501384"/>
            <a:ext cx="37102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크기와 각도를 한 번에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47980" y="6501384"/>
            <a:ext cx="43598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직교좌표 → 극좌표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7077456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cv2.polarToCart(magnitude, angle[, ...])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5647" y="7077456"/>
            <a:ext cx="37102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mag · cos, mag · sin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647980" y="7077456"/>
            <a:ext cx="43598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극좌표 → 직교좌표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7869555"/>
            <a:ext cx="16239744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실수 결과가 나오는 함수는 </a:t>
            </a:r>
            <a:r>
              <a:rPr sz="28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입력도 np.float32</a:t>
            </a:r>
            <a:r>
              <a:rPr sz="28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여야 한다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p.173~174 · 강의 슬라이드 17~18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5.3.2 — 벡터 세 가지에 지수 · 로그 · 제곱근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05.exp_log.py (1) 만들고 계산하기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ndarray 생성 예시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v1 = np.array([1, 2, 3], np.float32)        # 1차원 리스트로 행렬 생성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v2 = np.array([[1], [2], [3]], np.float32)  # 2차원 리스트(3행, 1열) - 열벡터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v3 = np.array([[1, 2, 3]], np.float32)      # 2차원 리스트(1행, 3열) - 행벡터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OpenCV 산술 연산 함수 - 입력 인수로 ndarray 객체만 가능함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v1_exp = cv2.exp(v1)               # 1차원 행렬에 대한 지수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v2_exp = cv2.exp(v2)               # 열벡터(3×1)에 대한 지수 계산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v3_exp = cv2.exp(v3)               # 행벡터(1×3)에 대한 지수 계산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log = cv2.log(v1)                  # 로그 계산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sqrt= cv2.sqrt(v2)                 # 제곱근 계산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pow = cv2.pow(v3, 3)               # 3의 거듭제곱 계산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571750"/>
            <a:ext cx="7827264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02368" y="2674620"/>
            <a:ext cx="7095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(2) 형태 출력 · 열벡터를 한 줄로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8944" y="3168396"/>
            <a:ext cx="7022592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행렬 정보 결과 출력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print("[v1] 형태: %s 원소: %s" % (v1.shape, v1))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print("[v2] 형태: %s 원소: %s" % (v2.shape, v2))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print("[v3] 형태: %s 원소: %s" % (v3.shape, v3))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행렬 정보 출력 - OpenCV 결과는 행렬로 반환됨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print("[v1_exp] 자료형: %s 형태: %s" % (type(v1_exp), v1_exp.shape))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print("[v2_exp] 자료형: %s 형태: %s" % (type(v2_exp), v2_exp.shape))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print("[v3_exp] 자료형: %s 형태: %s" % (type(v3_exp), v3_exp.shape))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열벡터를 1행에 출력하는 예시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print("[log] =", log.T)            # 전치하여 행벡터(1행, n열)로 변환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print("[sqrt] =", np.ravel(sqrt))  # 전개하여 1차원 행렬로 변경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print("[pow] =", pow.flatten())    # 전개하여 1차원 행렬로 변경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9~14행 변수 이름과 10 · 11행 주석의 오타를 고쳐 실었다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p.175 · 강의 슬라이드 19~20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5.3.2 실행 결과 — 대괄호 겹수로 모양을 읽는다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61207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612076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877824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(교재)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8705088" cy="55446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[v1] 형태: (3,) 원소: [1. 2. 3.]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[v2] 형태: (3, 1) 원소: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[[1.]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[2.]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[3.]]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[v3] 형태: (1, 3) 원소: [[1. 2. 3.]]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[v1_exp] 자료형: &lt;class 'numpy.ndarray'&gt; 형태: (3, 1)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[v2_exp] 자료형: &lt;class 'numpy.ndarray'&gt; 형태: (3, 1)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[v3_exp] 자료형: &lt;class 'numpy.ndarray'&gt; 형태: (1, 3)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[log] = [[0.        0.6931472 1.0986123]]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[sqrt] = [1.        1.4142135 1.7320508]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[pow] = [ 1.  8. 27.]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99648" y="2571750"/>
            <a:ext cx="6364224" cy="205740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265408" y="276720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세 가지 모양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65408" y="3394710"/>
            <a:ext cx="5632704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v1 (3,)은 1차원, v2 (3, 1)은 열벡터, v3 (1, 3)은 행벡터다.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9648" y="4886325"/>
            <a:ext cx="6364224" cy="174879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265408" y="5081778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한 줄로 펴는 세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65408" y="5709285"/>
            <a:ext cx="5632704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.T(전치) · np.ravel() · .flatten()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99648" y="6892290"/>
            <a:ext cx="6364224" cy="180022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301984" y="7067169"/>
            <a:ext cx="5559552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OpenCV 5.0에서는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01984" y="7530084"/>
            <a:ext cx="5559552" cy="10184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1차원을 넣으면 (3,)으로 돌아온다. 교재의 (3, 1)은 교재를 만든 판의 결과다.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OpenCV 함수가 돌려주는 행렬은 대부분 ndarray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p.176 · 강의 슬라이드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5.3.3 — 직교좌표와 극좌표 오가기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30861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06.magnitude.py (1)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23660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x = np.array([1, 2, 3, 5, 10], np.float32)       # 리스트로 ndarray 객체 생성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 = np.array([2, 5, 7, 2, 9]).astype("float32")  # 행렬 생성 후 실수형 변환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mag = cv2.magnitude(x, y)                 # 크기 계산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ang = cv2.phase(x, y)                     # 각도(방향) 계산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p_mag, p_ang = cv2.cartToPolar(x, y)      # 극 좌표로 변환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x2, y2 = cv2.polarToCart(p_mag, p_ang)    # 직교좌표로 변환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571750"/>
            <a:ext cx="7827264" cy="30861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02368" y="2674620"/>
            <a:ext cx="7095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(2) 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8944" y="3168396"/>
            <a:ext cx="7022592" cy="23660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print("[x] 형태: %s 원소: %s" % (x.shape, x) )        # 1차원 행렬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print("[mag] 형태: %s 원소: %s" % (mag.shape, mag) )  # 2차원 열벡터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print("&gt;&gt;&gt;열벡터를 1행에 출력하는 방법")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print("[m_mag] = %s" % mag.T)               # 행렬 전치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print("[p_mag] = %s" % np.ravel(p_mag))     # ravel() 함수로 전개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print("[p_ang] = %s" % np.ravel(p_ang))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print("[x_mat2] = %s" % x2.flatten())       # 2차원 행렬 전개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print("[y_mat2] = %s" % y2.flatten())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5915025"/>
            <a:ext cx="10972800" cy="277749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24128" y="5915025"/>
            <a:ext cx="91440" cy="277749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017895"/>
            <a:ext cx="102412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(교재, 일부)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6367653"/>
            <a:ext cx="10168128" cy="220141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[x] 형태: (5,) 원소: [ 1.  2.  3.  5. 10.]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[m_mag] = [[ 2.236068   5.3851647  7.615773   5.3851647 13.453624 ]]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[p_mag] = [ 2.236068   5.3851647  7.615773   5.3851647 13.453624 ]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[p_ang] = [1.1071129 1.1902124 1.1658309 0.3805839 0.7329612]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[x_mat2] = [1.0000718 2.000388  3.0005162 4.999845  9.998685 ]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[y_mat2] = [1.9999641 4.9998446 6.999779  2.0003877 9.001461 ]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62688" y="5915025"/>
            <a:ext cx="4901184" cy="277749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765024" y="6089904"/>
            <a:ext cx="4096512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OpenCV 5.0에서는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5024" y="6552819"/>
            <a:ext cx="4096512" cy="1995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mag가 (5, 1)이 아니라 (5,)로 나온다. 값은 같다.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각도는 기본이 라디안 — p_ang 1.107 = atan2(2, 1)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p.176~178 · 강의 슬라이드 22~23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5.3.3 비트 연산 — 흰색(255)과 검은색(0)의 논리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583752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0025" y="2571750"/>
            <a:ext cx="27944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연산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44952"/>
            <a:ext cx="9509760" cy="72009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44952"/>
            <a:ext cx="576437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cv2.bitwise_and(src1, src2[, dst[, mask]])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6601" y="3044952"/>
            <a:ext cx="2721254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논리곱 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65042"/>
            <a:ext cx="576437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cv2.bitwise_or(src1, src2[, dst[, mask]])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6601" y="3765042"/>
            <a:ext cx="2721254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논리합 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485132"/>
            <a:ext cx="9509760" cy="72009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485132"/>
            <a:ext cx="576437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cv2.bitwise_xor(src1, src2[, dst[, mask]])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6601" y="4485132"/>
            <a:ext cx="2721254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배타적 논리합 XOR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205222"/>
            <a:ext cx="576437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cv2.bitwise_not(src[, dst[, mask]])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6601" y="5205222"/>
            <a:ext cx="2721254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비트 보수 — 반전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6223635"/>
            <a:ext cx="9509760" cy="246888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389888" y="6419088"/>
            <a:ext cx="87782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흰색과 검은색으로 읽기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7046595"/>
            <a:ext cx="8778240" cy="1522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255는 비트가 모두 1, 0은 모두 0이다. 그래서 흑백 영상에서 OR는 하나라도 흰색, AND는 둘 다 흰색, XOR는 서로 다른 곳만 흰색이 된다.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9648" y="2571750"/>
            <a:ext cx="636422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1119104" y="2571750"/>
            <a:ext cx="8339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image1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91948" y="2571750"/>
            <a:ext cx="8339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image2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64793" y="2571750"/>
            <a:ext cx="8339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37638" y="2571750"/>
            <a:ext cx="8339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10483" y="2571750"/>
            <a:ext cx="8339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XOR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99648" y="3044952"/>
            <a:ext cx="6364224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155680" y="3044952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28524" y="3044952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01369" y="3044952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74214" y="3044952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47059" y="3044952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3621024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28524" y="3621024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01369" y="3621024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74214" y="3621024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47059" y="3621024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99648" y="4197096"/>
            <a:ext cx="6364224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1155680" y="4197096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28524" y="4197096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01369" y="4197096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974214" y="4197096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247059" y="4197096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4773168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428524" y="4773168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01369" y="4773168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974214" y="4773168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247059" y="4773168"/>
            <a:ext cx="7607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899648" y="5657850"/>
            <a:ext cx="6364224" cy="303466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1265408" y="585330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NOT은 하나만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65408" y="6480810"/>
            <a:ext cx="5632704" cy="20882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bitwise_not(image1)은 255를 0으로, 0을 255로 뒤집는다.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mask를 주면 0이 아닌 자리만 계산한다 (8비트 단일채널)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p.178~179 · 강의 슬라이드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5.3.4 — 원과 반쪽 사각형의 비트 연산 (중간고사)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5.3.4 — 07.bitwise_op.py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image1 = np.zeros((300, 300), np.uint8)   # 300행, 300열 검은색(0) 영상 생성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image2 = image1.copy()                    # image1 복사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h, w = image1.shape[:2]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cx, cy = w//2, h//2                       # 중심 좌표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cv2.circle(image1, (cx, cy), 100, 255, -1)      # 중심에 원 그리기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cv2.rectangle(image2, (0, 0, cx, h), 255, -1)   # 영상의 가로 절반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image3 = cv2.bitwise_or(image1, image2)   # 원소 간 논리합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image4 = cv2.bitwise_and(image1, image2)  # 원소 간 논리곱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image5 = cv2.bitwise_xor(image1, image2)  # 원소 간 배타적 논리합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image6 = cv2.bitwise_not(image1)          # 행렬 반전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cv2.imshow("image1", image1);      cv2.imshow("image2", image2)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cv2.imshow("bitwise_or", image3);  cv2.imshow("bitwise_and", image4)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cv2.imshow("bitwise_xor", image5); cv2.imshow("bitwise_not", image6)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48288" y="2571750"/>
            <a:ext cx="5815584" cy="39090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5_bit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7211" y="2664333"/>
            <a:ext cx="4417737" cy="327126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448288" y="6028182"/>
            <a:ext cx="581558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0" y="6028182"/>
            <a:ext cx="53035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코드를 직접 실행한 결과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48288" y="6686550"/>
            <a:ext cx="5815584" cy="200596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14048" y="6882003"/>
            <a:ext cx="50840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줄마다 짚을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4048" y="7509510"/>
            <a:ext cx="5084064" cy="1059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w//2는 몫 나눗셈, -1은 내부 채움, (0, 0, cx, h)는 (x, y, w, h) 사각형이다.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중간고사 — 입력 2장과 결과 4장을 보고 이 코드를 직접 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p.179~180 · 강의 슬라이드 25~26 · 실습 07.bitwise_op(mid-test).py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중간고사 대비 — 결과 네 장을 보고 코드 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216027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5_bit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654" y="2664333"/>
            <a:ext cx="10904692" cy="197510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4989195"/>
            <a:ext cx="1005840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43584" y="4989195"/>
            <a:ext cx="33832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4989195"/>
            <a:ext cx="43891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결과 모양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3808" y="4989195"/>
            <a:ext cx="9692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흰 화소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5462397"/>
            <a:ext cx="10058400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0160" y="5462397"/>
            <a:ext cx="331012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bitwise_or(image1, image2)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5462397"/>
            <a:ext cx="431596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왼쪽 절반 전부 + 원의 오른쪽 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0384" y="5462397"/>
            <a:ext cx="89611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60809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6223635"/>
            <a:ext cx="331012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bitwise_and(image1, image2)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6223635"/>
            <a:ext cx="431596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원의 왼쪽 반 (반달)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6223635"/>
            <a:ext cx="89611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15608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6984873"/>
            <a:ext cx="10058400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6984873"/>
            <a:ext cx="331012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bitwise_xor(image1, image2)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6984873"/>
            <a:ext cx="431596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왼쪽은 검은 반원, 오른쪽은 흰 반원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0384" y="6984873"/>
            <a:ext cx="89611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45201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7746111"/>
            <a:ext cx="331012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bitwise_not(image1)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7746111"/>
            <a:ext cx="431596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흰 바탕에 검은 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7746111"/>
            <a:ext cx="89611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58583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48288" y="4989195"/>
            <a:ext cx="5815584" cy="370332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1814048" y="5184648"/>
            <a:ext cx="50840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손으로 쓸 뼈대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14048" y="5812155"/>
            <a:ext cx="5084064" cy="275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① zeros((300, 300), np.uint8)와 copy() ② shape[:2]와 //2로 중심 ③ circle(image1, (cx, cy), 100, 255, -1) ④ rectangle(image2, (0, 0, cx, h), 255, -1) ⑤ bitwise 네 줄과 imshow 여섯 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흰 화소 수는 직접 실행해 cv2.countNonZero로 센 값 — image1 31417, image2 45000(150×300)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실습 07.bitwise_op(mid-test).py · 교재 p.180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5.3.4 (1) — 로고에서 전경 · 배경 마스크 만들기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607040" cy="401193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875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심화예제 5.3.4 — 08.bitwise_overlap.py (1~12행)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802368" cy="32918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cv2.imread("images/bit_test.jpg", cv2.IMREAD_COLOR)   # 원본 영상 읽기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logo  = cv2.imread("images/logo.jpg", cv2.IMREAD_COLOR)       # 로고 영상 읽기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 or logo is None: raise Exception("영상파일 읽기 오류")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masks = cv2.threshold(logo, 220, 255, cv2.THRESH_BINARY)[1]   # 로고 영상 이진화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masks = cv2.split(masks)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fg_pass_mask = cv2.bitwise_or(masks[0], masks[1])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fg_pass_mask = cv2.bitwise_or(masks[2], fg_pass_mask)   # 전경 통과 마스크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bg_pass_mask = cv2.bitwise_not(fg_pass_mask)            # 배경 통과 마스크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840855"/>
            <a:ext cx="10607040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7036308"/>
            <a:ext cx="98755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마스크 만드는 순서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7663815"/>
            <a:ext cx="9875520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threshold로 220보다 밝은 곳만 255로 만들고, 세 채널을 OR로 합쳐 </a:t>
            </a:r>
            <a:r>
              <a:rPr sz="21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전경 통과 마스크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만든다. NOT으로 뒤집으면 </a:t>
            </a:r>
            <a:r>
              <a:rPr sz="21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배경 통과 마스크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996928" y="2571750"/>
            <a:ext cx="5266944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5_overlap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0" y="3341718"/>
            <a:ext cx="4937760" cy="375786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1996928" y="7869555"/>
            <a:ext cx="5266944" cy="822960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252960" y="7869555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흰 바탕 로고(직접 그림)로 실행 — 실습 logo.png처럼 흰 바탕까지 전경 마스크에 들어간다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threshold는 (기준값, 영상) 튜플을 돌려주므로 [1]로 영상만 받는다 — 이진화는 6장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p.180~181 · 강의 슬라이드 27 · 실습 08.bitwise_overlap.py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5.3.4 (2) — 관심 영역에 로고 합성하기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42416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692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08.bitwise_overlap.py (14~27행)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61948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(H, W), (h, w) = image.shape[:2], logo.shape[:2]   # 전체 영상, 로고 영상 크기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x, y = (W-w)//2, (H-h)//2                          # 시작 좌표 계산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roi = image[y:y+h, x:x+w]                          # 관심 영역(roi) 지정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행렬 논리곱과 마스킹을 이용한 관심 영역 복사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foreground = cv2.bitwise_and(logo, logo, mask=fg_pass_mask)  # 로고의 전경만 복사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background = cv2.bitwise_and(roi , roi , mask=bg_pass_mask)  # 원본 roi의 배경만 복사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 = cv2.add(background, foreground)   # 로고 전경과 원본 배경 간 합성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image[y:y+h, x:x+w] = dst               # 합성 영상을 원본에 복사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cv2.imshow('background', background); cv2.imshow('foreground', foreground)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cv2.imshow('dst', dst);               cv2.imshow('image', image)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14048" y="2571750"/>
            <a:ext cx="5449824" cy="318897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5_overlap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0" y="2741017"/>
            <a:ext cx="5120640" cy="239780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814048" y="5308092"/>
            <a:ext cx="544982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070080" y="5308092"/>
            <a:ext cx="493776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실습 이미지로 직접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14048" y="5966460"/>
            <a:ext cx="5449824" cy="272605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179808" y="6161913"/>
            <a:ext cx="47183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가운데 놓는 시작 좌표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79808" y="6789420"/>
            <a:ext cx="4718304" cy="177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x = (W − w) // 2, y = (H − h) // 2. 슬라이스는 image[y:y+h, x:x+w] — </a:t>
            </a:r>
            <a:r>
              <a:rPr sz="2000" b="0" lang="ko-KR" altLang="en-US">
                <a:solidFill>
                  <a:srgbClr val="A8324A"/>
                </a:solidFill>
                <a:latin typeface="프리젠테이션 5 Medium"/>
                <a:ea typeface="프리젠테이션 5 Medium"/>
                <a:cs typeface="프리젠테이션 5 Medium"/>
              </a:rPr>
              <a:t>행(y)이 먼저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25행 창 이름 'forground'는 철자 오타 — foreground로 고쳤다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p.181~183 (p.182 사진 없음) · 강의 슬라이드 28~29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5.4.1 — 두 영상의 차이를 절댓값으로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9728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5.4.1 — 10.mat_abs.py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01681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image1 = cv2.imread("images/abs_test1.jpg", cv2.IMREAD_GRAYSCALE)  # 명암도 영상 읽기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image2 = cv2.imread("images/abs_test2.jpg", cv2.IMREAD_GRAYSCALE)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image1 is None or image2 is None: raise Exception("영상파일 읽기 오류")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dif_img1 = cv2.subtract(image1, image2)                       # 차분 연산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dif_img2 = cv2.subtract(np.int16(image1), np.int16(image2))   # 음수 결과 보존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abs_dif1 = np.absolute(dif_img2).astype('uint8')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abs_dif2 = cv2.absdiff(image1, image2)                        # 차분 절댓값 계산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x, y, w, h = 100, 150, 7, 3                                   # 관심 영역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print("[dif_img1(roi) uint8] = \n%s\n" % dif_img1[y:y+h, x:x+w])  # 관심 영역 원소값 출력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print("[dif_img2(roi) int16]  = \n%s\n"  % dif_img2[y:y+h, x:x+w])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print("[abs_dif1(roi)] = \n%s\n" % abs_dif1[y:y+h, x:x+w])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print("[abs_dif2(roi)] = \n%s\n" % abs_dif2[y:y+h, x:x+w])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titles = ['image1', 'image2', 'dif_img1', 'abs_dif1', 'abs_dif2']  # 윈도우 제목 리스트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title in titles: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cv2.imshow(title, eval(title))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62688" y="2571750"/>
            <a:ext cx="490118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582144" y="2571750"/>
            <a:ext cx="240377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함수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24830" y="2571750"/>
            <a:ext cx="161958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계산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62688" y="3044952"/>
            <a:ext cx="4901184" cy="88468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618720" y="3044952"/>
            <a:ext cx="2330622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cv2.absdiff(src1, src2)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61406" y="3044952"/>
            <a:ext cx="154643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|src1 − src2|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0" y="3929634"/>
            <a:ext cx="2330622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cv2.convertScaleAbs(src[, dst[, alpha[, beta]]])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61406" y="3929634"/>
            <a:ext cx="154643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|src·α + β| → 8비트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62688" y="4814316"/>
            <a:ext cx="4901184" cy="88468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618720" y="4814316"/>
            <a:ext cx="2330622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np.absolute(x)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61406" y="4814316"/>
            <a:ext cx="154643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넘파이 절댓값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62688" y="5863590"/>
            <a:ext cx="4901184" cy="282892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728448" y="6059043"/>
            <a:ext cx="41696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왜 int16인가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28448" y="6686550"/>
            <a:ext cx="4169664" cy="1882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uint8은 음수를 담지 못한다. 부호 있는 16비트로 바꿔 빼면 -100 같은 값이 그대로 남는다.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관심 영역은 (100, 150)에서 가로 7 · 세로 3만 찍는다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p.183~184 · 강의 슬라이드 30~31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5.4.1 실행 결과 — uint8은 음수를 0으로 자른다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61207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612076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877824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(교재)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8705088" cy="55446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[dif_img1(roi) uint8] =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[[ 0  0  0  0  9 12  7]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[ 0  0  0  0  4  9  3]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[ 0  0  0 15  0  4  0]]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[dif_img2(roi) int16]  =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[[-100 -106  -80   -6    9   12    7]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[-105 -109  -72   -4    4    9    3]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[-106 -109  -58   15   -1    4    0]]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[abs_dif1(roi)] =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[[100 106  80   6   9  12   7]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[105 109  72   4   4   9   3]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[106 109  58  15   1   4   0]]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[abs_dif2(roi)] =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[[100 106  80   6   9  12   7]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[105 109  72   4   4   9   3]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[106 109  58  15   1   4   0]]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99648" y="2571750"/>
            <a:ext cx="6364224" cy="195453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265408" y="276720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dif_img1 — uint8 그대로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65408" y="3394710"/>
            <a:ext cx="5632704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음수가 전부 0으로 잘렸다. 영상에서는 그 부분이 검게 뭉개진다.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9648" y="4783455"/>
            <a:ext cx="6364224" cy="185166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265408" y="4978908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dif_img2 — int16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65408" y="5606415"/>
            <a:ext cx="563270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-100, -106처럼 부호가 살아 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99648" y="6892290"/>
            <a:ext cx="6364224" cy="180022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265408" y="708774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abs_dif1 = abs_dif2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65408" y="7715250"/>
            <a:ext cx="5632704" cy="853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int16 차분의 절댓값과 cv2.absdiff() 결과가 똑같다.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abs_test1 · 2.jpg는 실습 폴더에 없어 교재 결과를 그대로 실었다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p.185~186 · 강의 슬라이드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5.4.1 최솟값과 최댓값 — 값도, 위치도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32186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1184" y="2571750"/>
            <a:ext cx="32186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반환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44952"/>
            <a:ext cx="7315200" cy="78181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44952"/>
            <a:ext cx="314553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cv2.min(src1, src2)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44952"/>
            <a:ext cx="314553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원소마다 작은 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26764"/>
            <a:ext cx="314553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cv2.max(src1, src2)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826764"/>
            <a:ext cx="314553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원소마다 큰 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608576"/>
            <a:ext cx="7315200" cy="78181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608576"/>
            <a:ext cx="314553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cv2.minMaxLoc(src[, mask])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608576"/>
            <a:ext cx="314553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minVal, maxVal, minLoc, maxLoc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5657850"/>
            <a:ext cx="7315200" cy="303466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5853303"/>
            <a:ext cx="65836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쓰임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6480810"/>
            <a:ext cx="6583680" cy="20882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두 행렬에서 큰 값 · 작은 값을 고르거나, 한 행렬에서 가장 밝은 · 어두운 화소의 위치를 찾는다. 히스토그램을 그릴 때도 쓴다.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05088" y="2571750"/>
            <a:ext cx="8558784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70848" y="2674620"/>
            <a:ext cx="78272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5.4.2 — 10.mat_min_max.py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168396"/>
            <a:ext cx="7754112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data = [ 10, 200, 5, 7, 9,              # 1차원 리스트 생성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15, 35, 60, 80, 170,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100, 2, 55, 37, 70 ]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m1 = np.reshape(data, (3, 5))  # 리스트 형태 변환하여 2차원 행렬 생성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m2 = np.full((3, 5), 50)       # 원소값 50인 2차원 행렬 생성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m_min = cv2.min(m1, 30)  # 행렬 원소와 스칼라 간 최솟값을 행렬로 저장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m_max = cv2.max(m1, m2)  # 두 행렬 원소간 최댓값 계산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행렬의 최솟값/최댓값과 그 좌표들을 반환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min_val, max_val, min_loc, max_loc = cv2.minMaxLoc(m1)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print("[m1] = \n%s\n" % m1)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print("[m_min] = \n%s\n" % m_min)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print("[m_max] = \n%s\n" % m_max)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min_loc와max_loc 좌표는(x, y)이므로 행렬의 좌표 위치와 반대임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print("m1 행렬 최솟값 좌표%s, 최솟값: %d" %(min_loc, min_val) 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print("m1 행렬 최댓값 좌표%s, 최댓값: %d" %(max_loc, max_val) 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19행 주석의 '(y, x)'는 틀린 설명 — 실제 반환 순서인 (x, y)로 고쳤다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p.186~188 · 강의 슬라이드 33~34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5.4.2 실행 결과 — 좌표는 (x, y)로 나온다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61207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612076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76809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— 직접 실행해 같은 값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7607808" cy="55446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[m1] =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[[ 10 200   5   7   9]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[ 15  35  60  80 170]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[100   2  55  37  70]]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[m_min] =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[[10 30  5  7  9]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[15 30 30 30 30]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[30  2 30 30 30]]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[m_max] =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[[ 50 200  50  50  50]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[ 50  50  60  80 170]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[100  50  55  50  70]]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m1 행렬 최솟값 좌표 (1, 2), 최솟값: 2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m1 행렬 최댓값 좌표 (1, 0), 최댓값: 200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2368" y="2571750"/>
            <a:ext cx="7461504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168128" y="2767203"/>
            <a:ext cx="67299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m_min — 스칼라 30과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8128" y="3394710"/>
            <a:ext cx="672998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30보다 큰 원소는 30으로 바뀌고, 작은 원소는 그대로 남는다.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02368" y="4680585"/>
            <a:ext cx="7461504" cy="185166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168128" y="4876038"/>
            <a:ext cx="67299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m_max — 50 행렬과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8128" y="5503545"/>
            <a:ext cx="672998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50보다 작은 원소는 50으로 바뀌고, 큰 원소는 그대로 남는다.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02368" y="6789420"/>
            <a:ext cx="7461504" cy="190309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204704" y="6964299"/>
            <a:ext cx="6656832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좌표는 (x, y) = (열, 행)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4704" y="7427214"/>
            <a:ext cx="6656832" cy="11212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200은 0행 1열인데 (1, 0)으로, 2는 2행 1열인데 (1, 2)로 찍힌다.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행렬 첨자 [행, 열]과 순서가 반대 — 시험 단골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p.188 · 강의 슬라이드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5.4.3 — 최솟값 · 최댓값으로 명암 늘리기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심화예제 5.4.3 — 11.image_min_max.py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cv2.imread("images/minMax.jpg", cv2.IMREAD_GRAYSCALE)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 발생")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min_val, max_val, _, _ = cv2.minMaxLoc(image)   # 최솟값과 최댓값 가져오기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ratio = 255 / (max_val - min_val)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 = np.round((image - min_val) * ratio).astype('uint8')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min_dst, max_dst, _, _ = cv2.minMaxLoc(dst)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print("원본 영상 최솟값= %d, 최댓값= %d" % (min_val, max_val))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print("수정 영상 최솟값= %d, 최댓값= %d" % (min_dst, max_dst))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cv2.imshow('image', image)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cv2.imshow('dst', dst)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99648" y="2571750"/>
            <a:ext cx="6364224" cy="180022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265408" y="276720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공식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65408" y="3394710"/>
            <a:ext cx="5632704" cy="853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새 화소값 = (화소값 − min) × 255 / (max − min)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99648" y="4577715"/>
            <a:ext cx="636422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119104" y="4577715"/>
            <a:ext cx="306141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원래 화소값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19427" y="4577715"/>
            <a:ext cx="24249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바뀐 화소값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99648" y="5050917"/>
            <a:ext cx="6364224" cy="53492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155680" y="5050917"/>
            <a:ext cx="298825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13 (최솟값)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56003" y="5050917"/>
            <a:ext cx="235183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5585841"/>
            <a:ext cx="298825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56003" y="5585841"/>
            <a:ext cx="235183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9648" y="6120765"/>
            <a:ext cx="6364224" cy="53492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155680" y="6120765"/>
            <a:ext cx="298825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107 (최댓값)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56003" y="6120765"/>
            <a:ext cx="235183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99648" y="6892290"/>
            <a:ext cx="6364224" cy="180022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0899648" y="6892290"/>
            <a:ext cx="91440" cy="180022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265408" y="6995160"/>
            <a:ext cx="563270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(교재)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01984" y="7344918"/>
            <a:ext cx="5559552" cy="12241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원본 영상 최솟값= 13 , 최댓값= 107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수정 영상 최솟값= 0 , 최댓값= 255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13~107에 몰린 명암이 0~255로 넓어져 어둡고 흐린 사진이 또렷해진다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p.189~190 · 강의 슬라이드 36~37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5.5 통계 함수 — 합 · 평균 · 표준편차 · 개수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670657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9071" y="2571750"/>
            <a:ext cx="508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10584" y="2571750"/>
            <a:ext cx="313383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반환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65526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65526"/>
            <a:ext cx="6633423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cv2.sumElems(src)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5647" y="3065526"/>
            <a:ext cx="50094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채널별 원소 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47160" y="3065526"/>
            <a:ext cx="306067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4원소 튜플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44468"/>
            <a:ext cx="6633423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cv2.mean(src[, mask])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5647" y="3744468"/>
            <a:ext cx="50094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채널별 평균 (mask ≠ 0인 곳만)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47160" y="3744468"/>
            <a:ext cx="306067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4원소 튜플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423410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423410"/>
            <a:ext cx="6633423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cv2.meanStdDev(src[, mean[, stddev[, mask]]])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5647" y="4423410"/>
            <a:ext cx="50094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평균과 표준편차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47160" y="4423410"/>
            <a:ext cx="306067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ndarray 둘 (float64)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02351"/>
            <a:ext cx="6633423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cv2.countNonZero(src)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5647" y="5102351"/>
            <a:ext cx="50094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0이 아닌 원소 개수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47160" y="5102351"/>
            <a:ext cx="306067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정수 하나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069330"/>
            <a:ext cx="7936992" cy="262318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89888" y="626478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src는 1~4채널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6892290"/>
            <a:ext cx="7205472" cy="16767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컬러 영상이면 B · G · R 세 값이 계산되고, 네 번째 자리(알파)는 원소가 없어 0.0으로 채워진다.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6069330"/>
            <a:ext cx="7936992" cy="262318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92640" y="626478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마스크 값은 0만 아니면 된다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6892290"/>
            <a:ext cx="7205472" cy="16767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예제는 관심 영역을 255로 채웠다. 1이든 255든 0이 아닌 자리만 계산한다.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p.190~191 · 강의 슬라이드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5.5.1 — 관심 영역만 평균 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12.sum_avg.py (1~16행) 합과 평균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cv2.imread("images/sum_test.jpg", cv2.IMREAD_COLOR)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 발생")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mask = np.zeros(image.shape[:2], np.uint8)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mask[60:160, 20:120] = 255           # 관심 영역에 값(255) 할당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sum_value   = cv2.sumElems(image)    # 채널별 합 - 튜플로 반환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mean_value1 = cv2.mean(image)        # 채널별 평균- 튜플로 반환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mean_value2 = cv2.mean(image, mask)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print("sum_value 자료형:", type(sum_value), type(sum_value[0]))  # 결과 행렬의 자료형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print("[sum_value] =", sum_value)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print("[mean_value1] =", mean_value1)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print("[mean_value2] =", mean_value2)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571750"/>
            <a:ext cx="7827264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02368" y="2674620"/>
            <a:ext cx="7095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(17~32행) 평균과 표준편차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8944" y="3168396"/>
            <a:ext cx="7022592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평균과 표준편차 결과 저장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mean, stddev = cv2.meanStdDev(image)               # 2 원소 튜플로 반환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mean2, stddev2 = cv2.meanStdDev(image, mask=mask)  # 마스크가 255인 영역만 계산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print("mean 자료형:", type(mean), type(mean[0][0]))  # 반환 행렬 자료형, 원소 자료형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print("[mean] =",   mean.flatten())                # 벡터 변환 후 출력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print("[stddev] =", stddev.flatten())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print("[mean2] =",   mean2.flatten())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print("[stddev2] =", stddev2.flatten())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cv2.imshow('image', image)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cv2.imshow('mask', mask)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mask[60:160, 20:120]은 60~159행, 20~119열 — 끝 번호는 포함되지 않는다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p.192~193 · 강의 슬라이드 41~42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5.5.1 실행 결과 — 튜플로 오나, ndarray로 오나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370332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370332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1550822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(교재)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15435071" cy="31272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sum_value 자료형: &lt;class 'tuple'&gt; &lt;class 'float'&gt;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[sum_value] = (15865577.0, 15880547.0, 16470875.0, 0.0)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[mean_value1] = (132.21314166666667, 132.33789166666668, 137.25729166666667, 0.0)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[mean_value2] = (80.26520000000001, 81.59740000000001, 90.3211, 0.0)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mean 자료형: &lt;class 'numpy.ndarray'&gt; &lt;class 'numpy.float64'&gt;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[mean] = [132.21314167 132.33789167 137.25729167]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[stddev] = [73.35044328 68.76754506 63.96477788]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[mean2] = [80.2652 81.5974 90.3211]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[stddev2] = [58.91488326 57.57273064 54.0648388 ]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6532245"/>
            <a:ext cx="5120640" cy="21602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727698"/>
            <a:ext cx="43891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sumElems · mean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7355205"/>
            <a:ext cx="4389120" cy="1213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4원소 튜플. 마지막 0.0은 없는 알파 채널 자리다.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6532245"/>
            <a:ext cx="5120640" cy="21602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49440" y="6727698"/>
            <a:ext cx="43891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meanStdDev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7355205"/>
            <a:ext cx="4389120" cy="1213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3행 1열 ndarray, 원소는 float64. flatten()으로 한 줄로 찍었다.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143232" y="6532245"/>
            <a:ext cx="5120640" cy="21602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508992" y="6727698"/>
            <a:ext cx="43891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관심 영역 평균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08992" y="7355205"/>
            <a:ext cx="4389120" cy="1213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관심 영역 평균 80.27은 전체 평균 132.21보다 작다 — 그 영역이 더 어둡다.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sum_test.jpg는 실습 폴더에 없어 교재 결과를 그대로 실었다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p.194 · 강의 슬라이드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5.5.5 — reduce로 행렬을 한 줄로 줄이기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45262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5.5.5 — 16.mat_reduce.py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38061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 = np.random.rand(3, 5) * 1000//10     # 0~99 사이 실수(float)생성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reduce_sum = cv2.reduce(m, dim=0, rtype=cv2.REDUCE_SUM)  # 0 - 열방향 축소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reduce_avg = cv2.reduce(m, dim=1, rtype=cv2.REDUCE_AVG)  # 1 - 행방향 축소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reduce_max = cv2.reduce(m, dim=0, rtype=cv2.REDUCE_MAX)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reduce_min = cv2.reduce(m, dim=1, rtype=cv2.REDUCE_MIN)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print("[m1] = \n%s\n" % m)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print("[m_reduce_sum] =", reduce_sum.flatten())   # 1차원 벡터로 출력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print("[m_reduce_avg] =", reduce_avg.flatten())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print("[m_reduce_max] =", reduce_max.flatten())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print("[m_reduce_min] =", reduce_min.flatten())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303770"/>
            <a:ext cx="9509760" cy="138874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7447788"/>
            <a:ext cx="8778240" cy="47217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rtype 값과 입력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7991970"/>
            <a:ext cx="8778240" cy="577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SUM 0 · AVG 1 · MAX 2 · MIN 3 (교재 표의 3·4는 오타, 실제 값으로 확인). 입력은 float32 · float64만 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99648" y="2571750"/>
            <a:ext cx="6364224" cy="3086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5_redu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456" y="2664333"/>
            <a:ext cx="3576608" cy="244830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899648" y="5205222"/>
            <a:ext cx="636422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155680" y="5205222"/>
            <a:ext cx="585215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5.5.1의 숫자를 cv2.reduce로 다시 계산해 그림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99648" y="5812155"/>
            <a:ext cx="6364224" cy="288036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0899648" y="5812155"/>
            <a:ext cx="91440" cy="288036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265408" y="5915025"/>
            <a:ext cx="563270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(교재)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01984" y="6264783"/>
            <a:ext cx="5559552" cy="23042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[m1] =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[[41. 16. 59. 33. 38.]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[34. 59. 23. 32. 64.]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[14. 79. 86. 76. 84.]]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[m_reduce_sum] = [ 89. 154. 168. 141. 186.]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[m_reduce_avg] = [37.4 42.4 67.8]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[m_reduce_max] = [41. 79. 86. 76. 84.]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[m_reduce_min] = [16. 23. 14.]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10행 '% m1'은 정의되지 않은 변수 — '% m'으로 고쳤다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p.191~192 · p.200 · 강의 슬라이드 39 ·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5.5.2 — 행 단위로, 열 단위로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68096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355518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7683" y="2571750"/>
            <a:ext cx="63642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3017" y="2571750"/>
            <a:ext cx="217261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44952"/>
            <a:ext cx="7680960" cy="55549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44952"/>
            <a:ext cx="348203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SORT_EVERY_ROW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4259" y="3044952"/>
            <a:ext cx="56327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9593" y="3044952"/>
            <a:ext cx="209946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각 행을 따로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00450"/>
            <a:ext cx="348203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SORT_EVERY_COLUMN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4259" y="3600450"/>
            <a:ext cx="56327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9593" y="3600450"/>
            <a:ext cx="209946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각 열을 따로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155948"/>
            <a:ext cx="7680960" cy="55549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155948"/>
            <a:ext cx="348203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SORT_ASCENDING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4259" y="4155948"/>
            <a:ext cx="56327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9593" y="4155948"/>
            <a:ext cx="209946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오름차순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711446"/>
            <a:ext cx="348203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SORT_DESCENDING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4259" y="4711446"/>
            <a:ext cx="56327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9593" y="4711446"/>
            <a:ext cx="209946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내림차순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554980"/>
            <a:ext cx="7680960" cy="313753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024128" y="5554980"/>
            <a:ext cx="91440" cy="31375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89888" y="5657850"/>
            <a:ext cx="694944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(교재, 일부) — 열마다 오름차순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4" y="6007608"/>
            <a:ext cx="6876288" cy="256146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[m] =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[[53 90 23 73 61]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[35 33 79 68 30]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[54 99 21 62 73]]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[sort2] =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[[35 33 21 62 30]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[53 90 23 68 61]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[54 99 79 73 73]]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0848" y="2571750"/>
            <a:ext cx="8193024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436608" y="2674620"/>
            <a:ext cx="74615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5.5.2 — 13.sort.py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3168396"/>
            <a:ext cx="7388352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 = np.random.randint(0, 100, 15).reshape(3,5)   # 임의 난수 생성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행렬 원소 정렬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sort1 = cv2.sort(m, cv2.SORT_EVERY_ROW)          # 행단위(가로 방향) 오름차순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sort2 = cv2.sort(m, cv2.SORT_EVERY_COLUMN)       # 열단위(세로 방향) 오름차순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sort3 = cv2.sort(m, cv2.SORT_EVERY_ROW+cv2.SORT_DESCENDING) # 행단위 내림차순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sort4 = np.sort(m, axis=1)                       # x축 (가로 방향) 정렬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sort5 = np.sort(m, axis=0)                       # y축 (세로 방향) 정렬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sort6 = np.sort(m, axis=1)[:, ::-1]              # 열 방향 내림차순 정렬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titles= ['m', 'sort1', 'sort2', 'sort3', 'sort4', 'sort5', 'sort6']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title in titles: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print("[%s] = \n%s\n" %(title, eval(title)))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sort1 = sort4 · sort2 = sort5 · sort3 = sort6 — cv2.sort와 np.sort(axis)는 같은 결과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p.191 · p.194~196 · 강의 슬라이드 40 · 44~45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5.5.3 — sortIdx는 값 대신 원래 자리를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205740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67203"/>
            <a:ext cx="73152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정렬 인덱스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94710"/>
            <a:ext cx="7315200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그림 5.5.2 — [21 15 10 9 14]를 정렬하면 [9 10 14 15 21], 그 값들의 원래 자리는 [3 2 4 1 0]이다.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886325"/>
            <a:ext cx="8046720" cy="380619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4886325"/>
            <a:ext cx="91440" cy="380619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4989195"/>
            <a:ext cx="73152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(교재, 일부)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5338953"/>
            <a:ext cx="7242048" cy="323011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[m1] =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[[20 14 32 91 55]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[ 2 13 31 55 95]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[81  6 50 11 13]]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[m_sort1] =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[[1 0 2 4 3]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[0 1 2 3 4]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 3 4 2 0]]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[m_sort2] =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[[1 2 1 2 2]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[0 1 0 1 0]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[2 0 2 0 1]]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2571750"/>
            <a:ext cx="7827264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802368" y="2674620"/>
            <a:ext cx="7095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5.5.3 — 14.sortidx.py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38944" y="3168396"/>
            <a:ext cx="7022592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 = np.random.randint(0, 100, 15).reshape(3,5)   # 임의 난수 생성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m_sort1 = cv2.sortIdx(m, cv2.SORT_EVERY_ROW)     # 원본 좌표(정렬 인덱스)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m_sort2 = cv2.sortIdx(m, cv2.SORT_EVERY_COLUMN)  # 열 방향 정렬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m_sort3 = np.argsort(m, axis=0)                  # y축 방향 정렬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print("[m1] = \n%s\n" % m)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print("[m_sort1] = \n%s\n" % m_sort1)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print("[m_sort2] = \n%s\n" % m_sort2)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print("[m_sort3] = \n%s\n" % m_sort3)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6943725"/>
            <a:ext cx="7827264" cy="174879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802368" y="7139178"/>
            <a:ext cx="709574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같은 결과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7766685"/>
            <a:ext cx="7095744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cv2.sortIdx(m, SORT_EVERY_COLUMN)과 np.argsort(m, axis=0)이 똑같다.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m은 난수라 실행할 때마다 값이 달라진다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p.196~197 · 강의 슬라이드 46~47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5.5.4 (1) — 사각형 다섯 개를 행렬 한 장에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60704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875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심화예제 5.5.4 — 15.sortidx_rect.py (1~12행)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80236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print_rects(rects):                       # 사각형 정보 출력 함수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print("-" * 46)                           # 라인 출력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print("사각형 원소\t\t랜덤 사각형 정보\t  크기")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print("-" * 46)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i, (x, y, w, h, a) in enumerate(rects):  # 사각형 데이터 출력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print("rects[%i] = [(%3d,%3d) from (%3d,%3d)] %5d" %(i, x, y, w, h, a))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rands = np.zeros((5, 5), np.uint16)               # 5행 5열 행렬 생성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starts = cv2.randn(rands[:, :2 ], 100, 50)        # 시작 좌표(0, 1열) 랜덤 생성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ends = cv2.randn(rands[:, 2:-1], 300, 50)         # 종료 좌표(2, 3열) 랜덤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96928" y="2571750"/>
            <a:ext cx="5266944" cy="31889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362688" y="2767203"/>
            <a:ext cx="45354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한 행이 사각형 하나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62688" y="3394710"/>
            <a:ext cx="4535424" cy="22425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rands는 5행 5열. 0 · 1열은 시작 좌표, 2 · 3열은 종료 좌표(나중에 크기로 덮어씀), 4열은 넓이다.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996928" y="6017895"/>
            <a:ext cx="5266944" cy="267462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362688" y="6213348"/>
            <a:ext cx="45354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cv2.randn(배열, 평균, 표준편차)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62688" y="6840855"/>
            <a:ext cx="4535424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정규분포 난수로 채운다. 시작 좌표는 평균 100, 종료 좌표는 평균 300.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제목의 확장자 .cpp는 오타 — 실행 결과대로 .py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p.198 · 강의 슬라이드 48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5.5.4 (2) — 넓이순으로 다시 늘어놓기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15.sortidx_rect.py (14~24행)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sizes = cv2.absdiff(starts, ends)   # 시작과 종료 좌표 차분 절댓값 → 크기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areas = sizes[:, 0] * sizes[:, 1]   # 가로×세로 → 넓이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rects = rands.copy()                # 결과 사각형으로 복사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rects[:, 2:-1] = sizes              # 2열, 3열에 크기(가로, 세로) 저장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rects[:,-1] = areas                 # 마지막(-1) 열에 넓이 저장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idx = cv2.sortIdx(areas, cv2.SORT_EVERY_COLUMN).flatten()  # 정렬 인덱스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idx = np.argsort(areas, axis=0)   # numpy 함수로 정렬 인덱스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print_rects(rects)                  # 원본 사각형 정보 출력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print_rects(rects[idx.astype('int')])   # 크기순 정렬 사각형 출력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943725"/>
            <a:ext cx="9509760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7139178"/>
            <a:ext cx="87782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첨자는 정수만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7766685"/>
            <a:ext cx="8778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정렬 인덱스를 astype('int')로 맞춘 뒤 rects[idx]로 쓰면 행 전체가 넓이순으로 재배열된다.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99648" y="2571750"/>
            <a:ext cx="6364224" cy="61207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899648" y="2571750"/>
            <a:ext cx="91440" cy="612076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265408" y="2674620"/>
            <a:ext cx="563270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(교재)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01984" y="3024378"/>
            <a:ext cx="5559552" cy="55446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----------------------------------------------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사각형 원소      랜덤 사각형 정보     크기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----------------------------------------------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rects[0] = [(100,108) from (238,190)] 45220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rects[1] = [( 65, 79) from (300,123)] 36900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rects[2] = [(162, 86) from ( 43,187)]  8041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rects[3] = [( 68,115) from (195,280)] 54600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rects[4] = [(126, 43) from (188,188)] 35344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----------------------------------------------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사각형 원소      랜덤 사각형 정보     크기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----------------------------------------------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rects[0] = [(162, 86) from ( 43,187)]  8041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rects[1] = [(126, 43) from (188,188)] 35344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rects[2] = [( 65, 79) from (300,123)] 36900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rects[3] = [(100,108) from (238,190)] 45220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rects[4] = [( 68,115) from (195,280)] 54600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rects[2]의 넓이 8041 = 43 × 187 — from 뒤 두 값은 크기(가로, 세로)다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p.199 · 강의 슬라이드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5.6.1 — gemm, 전치해서 곱하기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45262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5.6.1 — 17.gemm.py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38061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src1 = np.array([1, 2, 3, 1, 2, 3], np.float32).reshape(2, 3)  # 2×3 행렬 선언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src2 = np.array([1, 2, 3, 4, 5, 6], np.float32).reshape(2, 3)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src3 = np.array([1, 2, 1, 2, 1, 2], np.float32).reshape(3, 2)  # 3×2 행렬 선언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alpha, beta = 1.0, 1.0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dst1 = cv2.gemm(src1, src2, alpha, None, beta, flags=cv2.GEMM_1_T)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dst2 = cv2.gemm(src1, src2, alpha, None, beta, flags=cv2.GEMM_2_T)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dst3 = cv2.gemm(src1, src3, alpha, None, beta)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titles = ['src1', 'src2', 'src3', 'dst1', 'dst2', 'dst3']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title in titles: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print("[%s] = \n%s\n" % (title, eval(title)))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303770"/>
            <a:ext cx="9509760" cy="138874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7447788"/>
            <a:ext cx="8778240" cy="47217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곱셈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7991970"/>
            <a:ext cx="8778240" cy="577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앞 행렬의 열 수 = 뒤 행렬의 행 수 — 2×3끼리는 한쪽을 전치해야 곱할 수 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99648" y="2571750"/>
            <a:ext cx="636422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119104" y="2571750"/>
            <a:ext cx="223406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92078" y="2571750"/>
            <a:ext cx="57936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0353" y="2571750"/>
            <a:ext cx="223406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99648" y="3044952"/>
            <a:ext cx="6364224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155680" y="3044952"/>
            <a:ext cx="2160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GEMM_1_T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28654" y="3044952"/>
            <a:ext cx="5062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46929" y="3044952"/>
            <a:ext cx="2160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src1을 전치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3559302"/>
            <a:ext cx="2160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GEMM_2_T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28654" y="3559302"/>
            <a:ext cx="5062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46929" y="3559302"/>
            <a:ext cx="2160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src2를 전치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99648" y="4073652"/>
            <a:ext cx="6364224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1155680" y="4073652"/>
            <a:ext cx="2160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GEMM_3_T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28654" y="4073652"/>
            <a:ext cx="5062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46929" y="4073652"/>
            <a:ext cx="2160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src3을 전치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99648" y="4834890"/>
            <a:ext cx="6364224" cy="385762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0899648" y="4834890"/>
            <a:ext cx="91440" cy="385762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265408" y="4937760"/>
            <a:ext cx="563270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(일부)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01984" y="5287518"/>
            <a:ext cx="5559552" cy="32815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[dst1] =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[[ 5.  7.  9.]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[10. 14. 18.]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[15. 21. 27.]]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[dst2] =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[[14. 32.]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[14. 32.]]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[dst3] =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[[ 6. 12.]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[ 6. 12.]]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12행 titles의 'src1' 세 번은 오타 — 'src2', 'src3'으로 고쳤다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p.201~203 · 강의 슬라이드 51~53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5.6.2 — gemm으로 사각형 20도 돌리기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18.point_transform.py — 좌표가 행으로 쌓여 있어 pts1 · Rᵀ (GEMM_2_T)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theta = 20 * np.pi / 180                      # 회전할 라디안 각도 계산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rot_mat = np.array([ [np.cos(theta), -np.sin(theta)],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    [np.sin(theta),  np.cos(theta)]], np.float32) # 회전 변환 행렬 생성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pts1 = np.array([ (250, 30), (400, 70),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 (350, 250), (150, 200)], np.float32)   # 입력 좌표 지정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pts2 = cv2.gemm(pts1, rot_mat, 1, None, 1, flags=cv2.GEMM_2_T )# 행렬곱으로 회전변환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i, (pt1, pt2) in enumerate(zip(pts1, pts2)):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print("pts1[%d] = %s, pts2[%d]= %s" %(i, pt1, i, pt2))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영상 생성 및 4개 좌표 그리기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np.full((400, 500, 3), 255, np.uint8)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cv2.polylines(image, [np.int32(pts1)], True, (0, 255, 0), 2)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cv2.polylines(image, [np.int32(pts2)], True, (255, 0, 0), 3)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cv2.imshow('image', image)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48288" y="2571750"/>
            <a:ext cx="5815584" cy="339471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5_ro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98" y="2664333"/>
            <a:ext cx="3413563" cy="275691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448288" y="5513832"/>
            <a:ext cx="581558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0" y="5513832"/>
            <a:ext cx="53035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코드를 직접 실행한 영상에 원점 · 각도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48288" y="6172200"/>
            <a:ext cx="5815584" cy="252031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448288" y="6172200"/>
            <a:ext cx="91440" cy="252031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814048" y="6275070"/>
            <a:ext cx="508406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— 직접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50624" y="6624828"/>
            <a:ext cx="5010912" cy="194424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pts1[0] = [250.  30.], pts2[0]= [224.66255  113.695816]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pts1[1] = [400.  70.], pts2[1]= [351.93564 202.58655]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pts1[2] = [350. 250.], pts2[2]= [243.38737 354.63022]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pts1[3] = [150. 200.], pts2[3]= [ 72.54986 239.24155]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회전 중심은 창의 왼쪽 위 원점 (0, 0)      ▲  교재 12행 'pst2'는 오타 — pts2로 고쳤다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p.203~205 · 강의 슬라이드 54~56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5.6.3 — 역행렬과 solve로 연립방정식 풀기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19.equation.py — 3x₁ + 6x₃ = 36,  −3x₁ + 4x₂ + 2x₃ = 10,  −5x₁ − x₂ + 9x₃ =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data = [ 3, 0, 6, -3, 4, 2, -5,-1, 9]          # 연립방정식의 계수들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m1 = np.array(data, np.float32).reshape(3,3)   # 계수들을 행렬로 생성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m2 = np.array([36, 10, 28], np.float32)        # 상수 벡터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ret, inv = cv2.invert(m1, cv2.DECOMP_LU)       # 역행렬 계산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ret: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dst1 = inv.dot(m2)                         # numpy 제공 행렬곱 함수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dst2 = cv2.gemm(inv, m2, 1, None, 1)       # OpenCV 제공 행렬곱 함수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_ , dst3 = cv2.solve(m1, m2, cv2.DECOMP_LU)  # 연립방정식 풀이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print("[inv] = \n%s\n" % inv)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print("[dst1] =", dst1.flatten())          # 행렬을 벡터로 변환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print("[dst2] =", dst2.flatten())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print("[dst3] =", dst3.flatten())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else: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print("역행렬이 존재하지 않습니다.")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48288" y="2571750"/>
            <a:ext cx="581558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667744" y="2571750"/>
            <a:ext cx="281781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flags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24471" y="2571750"/>
            <a:ext cx="14264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06029" y="2571750"/>
            <a:ext cx="153838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방법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48288" y="3044952"/>
            <a:ext cx="5815584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704320" y="3044952"/>
            <a:ext cx="274466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DECOMP_LU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61047" y="3044952"/>
            <a:ext cx="6949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2605" y="3044952"/>
            <a:ext cx="146523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가우스 소거법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3662172"/>
            <a:ext cx="274466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DECOMP_SVD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61047" y="3662172"/>
            <a:ext cx="6949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2605" y="3662172"/>
            <a:ext cx="146523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특이치 분해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48288" y="4279392"/>
            <a:ext cx="5815584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704320" y="4279392"/>
            <a:ext cx="274466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DECOMP_CHOLESKY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61047" y="4279392"/>
            <a:ext cx="6949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2605" y="4279392"/>
            <a:ext cx="146523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촐레스키 분해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48288" y="5143500"/>
            <a:ext cx="5815584" cy="174879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1448288" y="5143500"/>
            <a:ext cx="91440" cy="174879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814048" y="5246370"/>
            <a:ext cx="508406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(해 부분)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50624" y="5596128"/>
            <a:ext cx="5010912" cy="117271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[dst1] = [2.5238097 2.0238097 4.7380953]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[dst2] = [2.5238097 2.0238097 4.7380953]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[dst3] = [2.5238094 2.0238094 4.7380953]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48288" y="7098030"/>
            <a:ext cx="581558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850624" y="7272909"/>
            <a:ext cx="5010912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OpenCV 5.0에서는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50624" y="7735824"/>
            <a:ext cx="5010912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1차원 m2를 넣으면 gemm · solve가 오류를 낸다. m2.reshape(3, 1)로 바꿔 넣는다.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x = A⁻¹b — invert는 (retval, dst), solve도 (retval, dst)를 돌려준다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p.205~207 · 강의 슬라이드 57~59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시험 포인트 — 헷갈리기 쉬운 여덟 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313383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헷갈리는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6327" y="2571750"/>
            <a:ext cx="1222808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정답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65526"/>
            <a:ext cx="16239744" cy="69951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65526"/>
            <a:ext cx="3060679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flip의 0과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2903" y="3065526"/>
            <a:ext cx="1215493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0은 x축 기준 상하, 1은 y축 기준 좌우, -1은 양축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65042"/>
            <a:ext cx="3060679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merge · split 형태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2903" y="3765042"/>
            <a:ext cx="1215493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merge → (2, 4, 3) 행 · 열 · 채널 / split → (3, 2, 4) 채널 · 행 · 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464558"/>
            <a:ext cx="16239744" cy="69951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464558"/>
            <a:ext cx="3060679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채널 첨자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2903" y="4464558"/>
            <a:ext cx="1215493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 = Blue, 1 = Green, 2 = 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64074"/>
            <a:ext cx="3060679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uint8 연산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2903" y="5164074"/>
            <a:ext cx="1215493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10/50 → 0, 음수 → 0 (saturate) — float32 · int16으로 바꿔 계산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5863590"/>
            <a:ext cx="16239744" cy="69951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5863590"/>
            <a:ext cx="3060679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minMaxLoc 좌표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2903" y="5863590"/>
            <a:ext cx="1215493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(x, y) = (열, 행) — 행렬 첨자 [행, 열]과 반대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6563106"/>
            <a:ext cx="3060679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reduce의 dim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2903" y="6563106"/>
            <a:ext cx="1215493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dim=0은 한 행으로(열마다 계산), dim=1은 한 열로(행마다 계산)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7262622"/>
            <a:ext cx="16239744" cy="69951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7262622"/>
            <a:ext cx="3060679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상수 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2903" y="7262622"/>
            <a:ext cx="1215493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SORT_DESCENDING 16 · REDUCE_MAX 2 · GEMM_2_T 2 · DECOMP_SVD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7962138"/>
            <a:ext cx="3060679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sort와 sortIdx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2903" y="7962138"/>
            <a:ext cx="1215493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sort는 정렬된 값을, sortIdx는 원래 첨자를 돌려준다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중간고사 확정 문제는 예제 5.3.4 — 따로 손으로 써 보기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교수자료 CH05 수업 강조 · 교재 단원 요약 p.208~209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CH 05 핵심 요약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67462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11680" y="267462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7462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배열 · 채널 — flip(0 · 1 · -1) · repeat · transpose, merge로 합치고 split으로 나눈다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01193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011680" y="401193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1193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산술 — 원소끼리 계산하고 범위 밖은 saturate, mask가 0이 아닌 곳만 계산한다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534924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011680" y="534924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34924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비트 · 절댓값 · 통계 — bitwise 넷, absdiff, minMaxLoc (x, y), mean · sort · reduce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668655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011680" y="668655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668655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행렬 — gemm의 전치 플래그, invert · solve로 연립방정식 x = A⁻¹b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시험 대비 — 연습문제 유형과 답안 연습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기본 배열 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41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83465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유형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7148" y="2571750"/>
            <a:ext cx="735616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연습문제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12225" y="2571750"/>
            <a:ext cx="573219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A8324A"/>
                </a:solidFill>
                <a:latin typeface="페이퍼로지 8 ExtraBold"/>
                <a:ea typeface="페이퍼로지 8 ExtraBold"/>
                <a:cs typeface="페이퍼로지 8 ExtraBold"/>
              </a:rPr>
              <a:t>준비 방법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65526"/>
            <a:ext cx="16239744" cy="86410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65526"/>
            <a:ext cx="176150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개념 서술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3724" y="3065526"/>
            <a:ext cx="7283013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 채널 함수 · 2 사칙 연산 · 3 행렬 초기화 · 4 마스크 · 5 reduce 옵션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48801" y="3065526"/>
            <a:ext cx="565903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함수 이름 · 인수 · 상수 값을 문장으로 쓸 수 있어야 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29634"/>
            <a:ext cx="176150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오류 고치기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3724" y="3929634"/>
            <a:ext cx="7283013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 리스트끼리 빼기 · 2채널 행렬을 r, g, b 셋으로 나누기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48801" y="3929634"/>
            <a:ext cx="565903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리스트에는 빼기가 없고, 2채널은 셋으로 나눌 수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793742"/>
            <a:ext cx="16239744" cy="86410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793742"/>
            <a:ext cx="176150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코드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3724" y="4793742"/>
            <a:ext cx="7283013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 채널을 제 색으로 보이기 · 8 타원 영역만 복사 · 9 reduce 평균 · 10~12 관심 영역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48801" y="4793742"/>
            <a:ext cx="565903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예제 뼈대에 mask · merge · reduce를 끼워 넣는다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57850"/>
            <a:ext cx="176150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응용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3724" y="5657850"/>
            <a:ext cx="7283013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13 Rect 크기 정렬 · 14 연립방정식 · 15 중심 기준 45도 회전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48801" y="5657850"/>
            <a:ext cx="565903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심화예제 5.5.4 · 예제 5.6.3 · 심화예제 5.6.2를 넓힌다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686550"/>
            <a:ext cx="9875520" cy="20059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89888" y="6789420"/>
            <a:ext cx="9144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빈칸 채우기 — 예제 5.3.4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7283196"/>
            <a:ext cx="9070848" cy="1285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빈칸 — 원을 내부까지 흰색으로 채우기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cv2.circle(image1, (cx, cy), 100, ___, ___)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빈칸 — 원의 왼쪽 반(반달)만 남기기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image4 = cv2.__________(image1, image2)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65408" y="6686550"/>
            <a:ext cx="5998464" cy="200596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1631168" y="6882003"/>
            <a:ext cx="526694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연습문제 7 힌트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31168" y="7509510"/>
            <a:ext cx="5266943" cy="1059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단일채널은 명암도로 보인다. 0으로 채운 빈 채널 둘과 merge하면 제 색으로 보인다.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빈칸 정답 — 255, -1 / bitwise_and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p.210~215 연습문제 1~15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